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Welcome everyone. This project answers a practical question: given a purchase
request and a user's dated financial records, should the user buy now, pay
partially, use installments, wait, or not proceed?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The key design choice is safety over optimistic prediction. The agent does not
invent future income, use unrealized investments as cash, or quietly ignore
required missing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The model is deliberately not the decision maker. It extracts facts from
messages and images. Deterministic Python code reconstructs the ledger, searches
plans, and validates the final serialized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This layer addresses the hardest failure mode in an AI financial agent:
turning ambiguous prose into a cash-flow change. Every accepted fact is tied to
known evidence, and unsafe or unsupported interpretations are discarded or
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The ledger starts with the profile's opening balance and projects 90 days.
Historical records establish recurrence; they are not replayed as new cash.
This prevents double counting while preserving necessary future obligations.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The planner searches explicit candidates rather than asking the model to
propose amounts. It prefers no spending changes, lower total cost, earlier
completion, fewer payments, and stable tie-breaking.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Validation is intentionally separate from planning. Even if a planner bug or
malformed row occurs, the output cannot pass unless the serialized plan itself
is safe and consistent with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The cache makes reruns deterministic and reduces API calls. A missing key or
permission error never becomes a fabricated prediction; it is surfaced clearly,
while completed cached work remains reusable.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Audit checks the published dataset. Preflight checks Gemini capabilities.
Bare invocation generates the final CSV. Offline diagnosis is useful for
reproducing cached evidence problems, and packaging is allowed only after a
complete validated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These artifacts make the submission auditable. Usage reports distinguish live
calls from cache hits, while transcripts and logs are redacted before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The quality strategy combines deterministic financial rules, strict schemas,
independent replay, and regression tests for previously observed evidence
failures. The result is conservative, explainable, and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transcript:
Thank you. The central takeaway is simple: use AI to interpret evidence, but
keep affordability mathematics and safety validation deterministic.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 or Wait?</dc:title>
  <dc:subject>PptxGenJS Presentation</dc:subject>
  <dc:creator>Created by Marp</dc:creator>
  <cp:lastModifiedBy>Created by Marp</cp:lastModifiedBy>
  <cp:revision>1</cp:revision>
  <dcterms:created xsi:type="dcterms:W3CDTF">2026-09-13T11:35:02Z</dcterms:created>
  <dcterms:modified xsi:type="dcterms:W3CDTF">2026-09-13T11:35:02Z</dcterms:modified>
</cp:coreProperties>
</file>